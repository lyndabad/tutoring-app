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Quadratic Functions &amp; the Discriminant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Functions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2.6–2.7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Factorise  x² − 5x + 6.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 x² − 9 =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shape is the graph of  y = x²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(x−2)(x−3)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±3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a parabola (U-shaped)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14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Recognise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forms of a quadratic and what each tells you.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quadratic formula to solve.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discriminant Δ = b² − 4ac.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Determine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number of real roots from Δ.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read the y-intercept and shape from ax²+bx+c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solve a quadratic with the formula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calculate the discriminant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decide how many real roots a quadratic has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Solving quadratics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±</m:t>
                      </m:r>
                      <m:rad>
                        <m:radPr>
                          <m:degHide m:val="1"/>
                        </m:radPr>
                        <m:deg/>
                        <m:e>
                          <m:sSup>
                            <m:e>
                              <m:r>
                                <a:rPr sz="2400">
                                  <a:solidFill>
                                    <a:srgbClr val="4F3DF5"/>
                                  </a:solidFill>
                                </a:rPr>
                                <m:t xml:space="preserve">b</m:t>
                              </m:r>
                            </m:e>
                            <m:sup>
                              <m:r>
                                <a:rPr sz="2400">
                                  <a:solidFill>
                                    <a:srgbClr val="4F3DF5"/>
                                  </a:solidFill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−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4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c</m:t>
                          </m:r>
                        </m:e>
                      </m:rad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a, b, c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coefficients of x², x and the constant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± gives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up to two solutions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OTHER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Factorised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 = a(x − p)(x − q): roots p, 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Vertex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 = a(x − h)² + k: vertex (h, 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Standard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 = ax² + bx + c: c is the y-intercept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Solve with the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Solve  x² − 4x + 3 = 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using the quadratic formula.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a = 1, b = −4, c = 3. Substitute: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79192"/>
            <a:ext cx="3072384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8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8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8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±</m:t>
                      </m:r>
                      <m:rad>
                        <m:radPr>
                          <m:degHide m:val="1"/>
                        </m:radPr>
                        <m:deg/>
                        <m:e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(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−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4</m:t>
                          </m:r>
                          <m:sSup>
                            <m:e>
                              <m:r>
                                <a:rPr sz="2800">
                                  <a:solidFill>
                                    <a:srgbClr val="1D1A33"/>
                                  </a:solidFill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a:rPr sz="2800">
                                  <a:solidFill>
                                    <a:srgbClr val="1D1A33"/>
                                  </a:solidFill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−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4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(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1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)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(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3</m:t>
                          </m:r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)</m:t>
                          </m:r>
                        </m:e>
                      </m:rad>
                    </m:num>
                    <m:den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95020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Simplify the discriminant (16 − 12 = 4):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3434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±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544068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Two solutions: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583387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 or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solve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Solve  x² − 7x + 10 = 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 x² + 2x − 8 =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Solve  x² − 6x + 9 =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5 or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2 or −4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= 3 (repeated)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discriminant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Δ = b² − 4ac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Δ &gt; 0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two distinct real roots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Δ = 0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one repeated real 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Δ &lt; 0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no real roots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Δ is what's under the root in the formula.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Positive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√ gives two values.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Zero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± does nothing → one root.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Negative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can't √ a negative (no real roots).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Use the discriminant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How many real roots does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x² + 2x + 5 = 0  have?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a = 1, b = 2, c = 5. Compute Δ: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Δ = −16, which is negative: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&lt;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500634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So there are NO real roots.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equation  x² + kx + 9 = 0  has equal roots, k &gt; 0.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Write down the condition on the discriminant.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value of k.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Δ = 0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k² − 4(1)(9) = 0  (M1) → k² = 36  (A1) → k = 6 (k &gt; 0)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Sign of b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In the formula it is −b; watch negatives carefully.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Δ meaning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Δ tells the NUMBER of roots, not the roots themselves.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Equal roots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'Equal/repeated roots' means Δ = 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y-intercept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In ax²+bx+c the y-intercept is c, found at x =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Solve  x² − 2x − 15 = 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Find Δ for  2x² + 3x + 1.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How many roots has  x² + x + 4 = 0?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For x² − 6x + k = 0 with equal roots, find 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5 or −3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9 − 8 = 1 (two roots)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Δ = 1−16 &lt; 0 → none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36 − 4k = 0 → k =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±</m:t>
                      </m:r>
                      <m:rad>
                        <m:radPr>
                          <m:degHide m:val="1"/>
                        </m:radPr>
                        <m:deg/>
                        <m:e>
                          <m:sSup>
                            <m:e>
                              <m:r>
                                <a:rPr sz="2200">
                                  <a:solidFill>
                                    <a:srgbClr val="4F3DF5"/>
                                  </a:solidFill>
                                </a:rPr>
                                <m:t xml:space="preserve">b</m:t>
                              </m:r>
                            </m:e>
                            <m:sup>
                              <m:r>
                                <a:rPr sz="2200">
                                  <a:solidFill>
                                    <a:srgbClr val="4F3DF5"/>
                                  </a:solidFill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−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4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c</m:t>
                          </m:r>
                        </m:e>
                      </m:rad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Solve  x² − x − 6 = 0.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Find Δ for  x² + 4x + 4.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How many roots if Δ = −5?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3 or −2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 (one repeated root)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none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Quadratics &amp; the discriminant.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Rational &amp; reciprocal functions — graphs with asymptotes.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c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