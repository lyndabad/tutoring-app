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Composite &amp; Inverse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Functions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2.2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f(x) = x + 3, g(x) = 2x. Find f(g(1)).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If f(x) = x + 5, what undoes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Make x the subject of  y = 2x − 1.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g(1)=2, f(2)=5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subtract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 = (y + 1)/2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12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Form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composite functions f(g(x)).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Evaluate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composite at a value.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inverse function f⁻¹(x).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inverse as a reflection in y = 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work a composite from the inside 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evaluate (f∘g)(x) at a number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an inverse by swapping x and y and rearranging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state the link between a function and its inverse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Composite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INSIDE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°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g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g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Order matters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do g first, then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Substitute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put g(x) wherever f has an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WATCH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(f∘g) is usually NOT (g∘f).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Work the inner function first.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Check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brackets keep the substitution tidy.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Form a composite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f(x) = 2x + 3 and g(x) = x².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(f∘g)(x).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(f∘g)(x) = f(g(x)) — put g into f: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f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simplify: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3995928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°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g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Calibri"/>
              </a:rPr>
              <a:t>Tip: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E6A8A"/>
                </a:solidFill>
                <a:latin typeface="Calibri"/>
              </a:rPr>
              <a:t>Replace the x in the OUTER function with the whole inner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composites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f(x)=x+1, g(x)=3x. Find (f∘g)(x).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Using the above, find (g∘f)(x).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f(x)=x², g(x)=x−2. Find (f∘g)(4).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3x+1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3(x+1)=3x+3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g(4)=2, f(2)=4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Inverse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REVERSING 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swap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f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1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write y = f(x)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2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swap x and 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3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make y the subject — that's f⁻¹(x)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f⁻¹ undoes f:  f⁻¹(f(x)) =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Graph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reflection of f in the line y =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Domain↔Range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they swap over.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an inverse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inverse 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f(x) = 2x − 3.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write y = 2x − 3, then swap x and 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make y the subject: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3995928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+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509320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state the inverse: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54864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f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f(x) = 3x + 1 and g(x) = x − 4.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(f∘g)(x).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f⁻¹(x).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f(x−4) = 3(x−4)+1 = 3x − 11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y = 3x+1; swap → x = 3y+1  (M1); y = (x−1)/3  (A1) → f⁻¹(x) = (x−1)/3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Order of composition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(f∘g) means g first — not f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Inverse ≠ reciprocal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f⁻¹(x) is the inverse, not 1/f(x).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Swap then rearrange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Don't forget to swap x and y before solving.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Domain/range swap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 inverse's domain is the original's range.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f(x)=x−5, g(x)=2x. Find (f∘g)(x).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Find f⁻¹ for  f(x)=4x.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Find f⁻¹ for  f(x)=x/2 + 1.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f(x)=x², g(x)=x+1. Find (f∘g)(2).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2x−5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x/4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2(x−1)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g(2)=3, f(3)=9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°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g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g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f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: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swap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 then solve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f(x)=x+2, g(x)=3x. Find (f∘g)(x).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Find f⁻¹ for  f(x)=5x.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What undoes  'add 7 then double'?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3x+2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x/5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halve, then subtract 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Composite &amp; inverse functions.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13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Transformations of graphs — translations, stretches and reflections.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h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k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