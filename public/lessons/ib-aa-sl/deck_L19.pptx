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Trigonometric Identities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Trigonometry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3.6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Write tan θ in terms of sin and cos.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is  sin²θ + cos²θ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Simplify  sinθ/cosθ × cosθ.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tanθ = sinθ/cosθ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sinθ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19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State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Pythagorean identity.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quotient identity for tan.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double-angle identities.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Simplify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and prove trig expressions.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sin²θ + cos²θ =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swap between tan θ and sin/cos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apply the double-angle formulas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simplify a trig expression to a single ratio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Core identities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 MUST 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cos 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2066544" y="34290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tan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θ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cos 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θ</m:t>
                      </m:r>
                    </m:den>
                  </m:f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Pythagorean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comes from the unit circle x² + y²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Rearrange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sin²θ = 1 − cos²θ, and vice-versa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DOUBLE ANGLE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sin 2θ = 2 sinθ cosθ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cos 2θ = cos²θ − sin²θ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also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cos2θ = 1 − 2sin²θ = 2cos²θ − 1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Use the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Given  sin θ = 3/5  and θ is acute,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cos 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Use sin²θ + cos²θ = 1: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cos 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(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den>
                  </m:f>
                  <m:r>
                    <a:rPr sz="2400">
                      <a:solidFill>
                        <a:srgbClr val="1D1A33"/>
                      </a:solidFill>
                    </a:rPr>
                    <m:t xml:space="preserve"/>
                  </m:r>
                  <m:sSup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−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9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 cos²θ = 16/25, and θ acute → positive: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4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identities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If cos θ = 4/5 (acute), find sin 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Simplify  sin²θ + cos²θ + 1.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Write  1 − cos²θ  more simply.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3/5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sin²θ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Double-angle formulas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DOUBLING 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2066544" y="34290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cos 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Use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to rewrite sin 2θ or cos 2θ in terms of 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Choose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cos 2θ form that suits the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THREE FORMS OF cos2θ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cos²θ − sin²θ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1 − 2 sin²θ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2 cos²θ − 1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Double angle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Given  sin θ = 3/5  and  cos θ = 4/5,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sin 2θ.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Use sin 2θ = 2 sinθ cosθ: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sin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θ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×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den>
                  </m:f>
                  <m:r>
                    <a:rPr sz="2400">
                      <a:solidFill>
                        <a:srgbClr val="1D1A33"/>
                      </a:solidFill>
                    </a:rPr>
                    <m:t xml:space="preserve">×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5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Multiply out: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169663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4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5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Given  cos θ = 5/13  and θ is acute.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sin θ.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Hence find sin 2θ.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sin²θ = 1 − 25/169 = 144/169  (M1) → sinθ = 12/13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sin2θ = 2·(12/13)·(5/13)  (M1)(A1) = 120/169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Squaring notation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sin²θ means (sin θ)², not sin(θ²).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Sign of the root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Decide + or − using the quadrant before taking the square root.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Double angle ≠ 2×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sin 2θ ≠ 2 sin 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Pythagorean rearrange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sin²θ = 1 − cos²θ (not 1 + cos²θ).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Simplify  1 − sin²θ.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If sinθ = 5/13 (acute), find cosθ.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Write sin 2θ if sinθ=1/2, cosθ=√3/2.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Simplify  sinθ/cosθ.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cos²θ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12/13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2·½·√3/2 = √3/2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tanθ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sin 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+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cos 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sin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cos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Simplify  1 − cos²θ.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Write tan θ in terms of sin, cos.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State  cos 2θ  (one form).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sin²θ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sinθ/cosθ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cos²θ − sin²θ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Trigonometric identities.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20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Solving trigonometric equations over a given interval.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sin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k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