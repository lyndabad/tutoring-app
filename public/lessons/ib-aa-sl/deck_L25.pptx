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Sampling &amp; Describing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Statistics &amp; Probability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4.1–4.3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Find the mean of  4, 6, 8, 10.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Find the median of  3, 5, 9.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Find the mode of  2, 2, 5, 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1.  7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25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Identify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sampling methods and possible bias.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Calculate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mean, median and mode.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quartiles and the interquartile range.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Read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five-number summary / box plot.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name a sampling technique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the three averages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Q1, Q3 and the IQR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describe a data set's centre and spread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Averages &amp; sampling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MEASURES OF CENTRE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∑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Mean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add up, divide by how many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Median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middle value when ordered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Mode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most frequent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Random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everyone equally likely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Systematic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every kth item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Stratified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by proportion of groups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03250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Watch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bias from a poor sample.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Mean from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mean of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5, 8, 8, 11, 13.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Step 1  add the values: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679192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∑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5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8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8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3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4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5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2  divide by n = 5: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3995928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4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5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5</m:t>
                      </m:r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9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averages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Mean of  2, 4, 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Median of  7, 3, 9, 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Mode of  1, 4, 4, 4, 9.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6 (mean of 5 &amp; 7)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Spread: quartiles &amp; IQR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FIVE-NUMBER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IQR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Q</m:t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Q</m:t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b>
                  </m:sSub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Q1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lower quartile (25%)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Q3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upper quartile (75%)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IQR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middle 50% of the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BOX PLOT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min, Q1, median, Q3, max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Outlier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&lt; Q1 − 1.5·IQR or &gt; Q3 + 1.5·IQR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Use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to compare two data 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Find the IQR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For the ordered data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3, 5, 7, 8, 12, 14, 18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Q1, Q3 and the IQR.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Median is 8. Lower half: 3, 5, 7 → Q1 =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Upper half: 12, 14, 18 → Q3 =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07238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IQR = Q3 − Q1: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3465576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IQR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4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5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9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times (minutes) for 9 runners, in order, are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22, 24, 25, 27, 28, 30, 31, 33, 40.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Write down the median.   [1]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the interquartile range.   [3]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Median = 28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Q1 = 24.5, Q3 = 32  (M1)(A1) → IQR = 7.5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Order first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Always sort the data before finding the median/quartiles.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Mean vs median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An outlier pulls the mean but barely moves the median.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IQR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IQR = Q3 − Q1 (a measure of spread, not centre).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Sampling bias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A convenient sample is often not representative.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Mean of  10, 20, 30, 40.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Median of  2, 8, 4, 6, 10.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IQR of  1, 3, 5, 7, 9, 11, 13, 15.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Mode of  3, 3, 6, 6, 6, 9.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1.  25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Q3=12,Q1=4 → 8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∑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den>
                  </m:f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IQR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Q</m:t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Q</m:t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b>
                  </m:sSub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Mean of  6, 6, 12.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Median of  4, 9, 2, 7.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IQR if Q1 = 10, Q3 = 22.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1.  8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2.  5.5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3.  12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Sampling &amp; describing data.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26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Standard deviation &amp; using your GDC for statistics.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σ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