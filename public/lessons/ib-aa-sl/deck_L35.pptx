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Differentiating Polynomials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5.3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Write  x·x·x  as a power.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is the gradient function called?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Differentiate is to find the ___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the derivative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gradient / rate of 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35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power rule for differentiation.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Differentiate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sums of power terms.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Differentiate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terms with coefficients and constants.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Rewrite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roots and fractions as powers first.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d/dx(xⁿ) = n xⁿ⁻¹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differentiate term by term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know the derivative of a constant is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rewrite √x and 1/x as powers before differentiating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The power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Bring down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multiply by the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Reduce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subtract 1 from the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Constant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derivative of a number is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TERM BY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Differentiate each term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Coefficient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stays multiplied (e.g. 3x² → 6x).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+5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→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Differentiate a polynomial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Differentiate  y = 3x⁴ − 2x² + 7.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Power rule on each term: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4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3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6748271" y="3689604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</m:num>
                    <m:den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70001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Constant 7 → 0, so: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5093208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4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differentiate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x⁵. Find dy/dx.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4x³. Find dy/dx.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y = x² − 3x + 2. Find dy/dx.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5x⁴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12x²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2x − 3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Roots &amp; reciprocals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REWRITE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ad>
                    <m:radPr>
                      <m:degHide m:val="1"/>
                    </m:radPr>
                    <m:deg/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</m:rad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/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Rewrite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change roots and fractions to powers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Then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apply the power rule as 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√x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x^(1/2) → ½x^(−1/2)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1/x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x^(−1) → −x^(−2)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Care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negative and fractional powers.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Differentiate a root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Differentiate  y = √x.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Rewrite the root as a power: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sSup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/</m:t>
                      </m:r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Apply the power rule: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3995928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/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curve is  y = 2x³ − 5x + 4.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dy/dx.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gradient at x = 1.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dy/dx = 6x² − 5  (A1)(A1)(A1)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at x = 1: 6(1)² − 5 = 1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Constant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derivative of a constant is 0, not the constant.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Power then ×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Multiply by the power AND reduce it by 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Rewrite roots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Change √x to x^(1/2) before differentiating.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Coefficients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3x² differentiates to 6x (keep the ×3).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x⁷. dy/dx?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5x² − 4x. dy/dx?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y = x³ + 6. dy/dx?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y = 1/x. dy/dx?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7x⁶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10x − 4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3x²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−x⁻² = −1/x²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p>
                  </m:sSup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constant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y = x⁴. dy/dx?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y = 3x² + 2. dy/dx?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Derivative of 9?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4x³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6x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Differentiating polynomials.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Tangents, normals &amp; rates of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y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−</m:t>
                  </m:r>
                  <m:sSub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y</m:t>
                      </m:r>
                    </m:e>
                    <m:sub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m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−</m:t>
                  </m:r>
                  <m:sSub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e>
                    <m:sub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1</m:t>
                      </m:r>
                    </m:sub>
                  </m:sSub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