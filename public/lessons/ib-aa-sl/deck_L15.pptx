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Rational &amp; Reciprocal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Functions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2.5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What is  1/x  when x is very large?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happens to  1/x  as x → 0?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Can  1/x  ever equal 0?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it gets close to 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it grows huge (→ ±∞)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no — y = 0 is never reached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15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Sketch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reciprocal function y = 1/x.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Identify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vertical and horizontal asymptotes.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Analyse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rational functions of the form (ax+b)/(cx+d).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State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domain and range using asymptotes.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recognise the shape of y = 1/x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a vertical asymptote (denominator = 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a horizontal asymptote (ratio of leading coefficients)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state domain and range from the asymptotes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reciprocal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y = 1/x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Vertical asymptote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x = 0 (can't divide by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Horizontal asymptote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 = 0 (never reached)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Shape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two curves in opposite quadrants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ASYMPTOTE =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line the curve approaches but never touches.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Vertical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where the function is undefined.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Horizontal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value y heads to for large |x|.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Reciprocal asymptotes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State the asymptotes, domain and range 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y = 1/x.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Denominator zero at x = 0 → vertical asymptote: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For large |x|, y → 0 → horizontal asymptote: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4919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Domain x ≠ 0, range y ≠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reciprocals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Vertical asymptote of  y = 1/(x − 2)?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Vertical asymptote of  y = 1/(x + 5)?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Horizontal asymptote of  y = 1/x + 3?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−5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y 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Rational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(ax + b)/(cx + 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Vertical asymptote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set the denominator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Horizontal asymptote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 = a/c (ratio of the x-coefficients)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1.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denominator = 0 → vertical asymptote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2.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leading coefficients → horizontal asymptote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3.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domain &amp; range exclude those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Asymptotes of a rational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asymptotes 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y = (2x + 1)/(x − 3).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Vertical: denominator zero → x − 3 = 0: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Horizontal: ratio of x-coefficients 2/1: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2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4919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Domain x ≠ 3, range y ≠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Consider  f(x) = (3x − 2)/(x + 1).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Write down the equation of the vertical asymptote.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Write down the equation of the horizontal asymptote.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x = −1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y = 3 (ratio 3/1)  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Vertical asymptote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Set the DENOMINATOR to zero, not the numerator.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Horizontal asymptote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Use the ratio of the leading coefficients, a/c.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Touching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 curve never crosses a vertical asymptote.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Domain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Exclude the x that makes the denominator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Vertical asymptote of  y = 1/(x − 6)?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Asymptotes of  y = (x + 4)/(x − 2)?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Horizontal asymptote of  y = (5x)/(x + 1)?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Domain of  y = 1/(x + 3)?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x = 2 and y =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y =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x ≠ −3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: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b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: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c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Vertical asymptote of  y = 1/(x − 1)?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Horizontal asymptote of  y = (2x+3)/(x−1)?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Domain of  y = 1/x?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 =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y =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x ≠ 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Rational &amp; reciprocal functions.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17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Trigonometry begins — radians, arcs and sectors.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π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rPr>
                      <m:sty m:val="p"/>
                    </m:rPr>
                    <m:t xml:space="preserve">rad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8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°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