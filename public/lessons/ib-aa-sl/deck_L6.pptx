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Logarithms &amp; Their Laws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Number &amp; Algebra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1.7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2 to what power gives 8?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10 to what power gives 1000?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Rewrite  3⁴ = 81 as a logarithm.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3  (2³ = 8)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3  (10³ = 1000)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log₃ 81 =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6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Understand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logarithm as the inverse of a power.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Convert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between index and log form.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laws of logarithms.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Evaluate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logs without a calculator where possible.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switch between aᶜ = b and logₐ b = 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the product, quotient and power laws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simplify expressions to a single logarithm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evaluate simple logarithms exactly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a logarithm 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/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c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c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b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A log answers: 'what power gives this number?'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log₂ 8 = 3 because 2³ = 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KEY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logₐ 1 = 0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a⁰ =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logₐ a = 1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a¹ =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log means log₁₀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ln means logₑ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Evaluate a 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Evaluate  log₂ 32  without a calculator.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ask: 2 to what power is 32?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write 32 as a power of 2: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7999" y="3072384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3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5</m:t>
                      </m:r>
                    </m:sup>
                  </m:sSup>
                </m:oMath>
              </m:oMathPara>
            </a14:m>
          </a:p>
        </p:txBody>
      </p:sp>
      <p:sp>
        <p:nvSpPr>
          <p:cNvPr id="21" name="TextBox 20"/>
          <p:cNvSpPr txBox="1"/>
          <p:nvPr/>
        </p:nvSpPr>
        <p:spPr>
          <a:xfrm>
            <a:off x="4663440" y="3995928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3  so the logarithm is the index: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999" y="4389120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/>
                      </m:r>
                    </m:e>
                    <m:sub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b>
                  </m:sSub>
                  <m:r>
                    <a:rPr sz="20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3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5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evaluate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log₃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log₅ 125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log₁₀ 1000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laws of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LAWS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/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/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+</m:t>
                  </m:r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/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y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2066544" y="342900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/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sub>
                  </m:sSub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y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/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/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y</m:t>
                  </m:r>
                </m:oMath>
              </m:oMathPara>
            </a14:m>
          </a:p>
        </p:txBody>
      </p:sp>
      <p:sp>
        <p:nvSpPr>
          <p:cNvPr id="15" name="TextBox 14"/>
          <p:cNvSpPr txBox="1"/>
          <p:nvPr/>
        </p:nvSpPr>
        <p:spPr>
          <a:xfrm>
            <a:off x="2066544" y="452628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/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n</m:t>
                  </m:r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/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</m:oMath>
              </m:oMathPara>
            </a14:m>
          </a:p>
        </p:txBody>
      </p:sp>
      <p:sp>
        <p:nvSpPr>
          <p:cNvPr id="16" name="TextBox 15"/>
          <p:cNvSpPr txBox="1"/>
          <p:nvPr/>
        </p:nvSpPr>
        <p:spPr>
          <a:xfrm>
            <a:off x="868680" y="5715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Product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→ add the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2179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Quotient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→ subtract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7208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Power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→ bring the index to the front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Combine several logs into 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Split one log to solve equations.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Same base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laws only work with a common 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Use the laws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Write as a single logarithm: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log₃ 9 + log₃ 27.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evaluate each (or use the product law):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67919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sSub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/>
                      </m:r>
                    </m:e>
                    <m:sub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sub>
                  </m:sSub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9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,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/>
                  </m:r>
                  <m:sSub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/>
                      </m:r>
                    </m:e>
                    <m:sub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sub>
                  </m:sSub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7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3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add them: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3995928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3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5</m:t>
                  </m:r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4663440" y="4919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3  (check: log₃(9×27)=log₃243=5)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99" y="5312664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5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Write  log x + 2 log y  as a single logarithm.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Given log₂ 5 = k, write log₂ 20 in terms of k.   [3]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log x + log y² = log(xy²)  (M1)(A1)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log₂ 20 = log₂(4×5) = log₂4 + log₂5  (M1) = 2 + k  (A1)(A1)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log of a sum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log(x+y) ≠ log x + log y — the product law is for log(xy).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Base matters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You can only combine logs with the same 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Power law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log xⁿ = n log x — the index comes to the front.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logₐ 1 = 0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Not 1 — any base to the power 0 is 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Evaluate  log₄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Write  log 8 − log 2  as one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Simplify  3 log x − log 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Evaluate  log₂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log 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log(x³/y)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/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c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c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b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/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/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/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y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Evaluate  log₃ 81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Write  log 5 + log 4  as one log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Simplify  log₂ 2⁵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log 20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3.  5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Laws of logarithms.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7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Solving exponential &amp; logarithmic equations using these laws.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x</m:t>
                      </m:r>
                    </m:sup>
                  </m:sSup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⇒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sSub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/>
                      </m:r>
                    </m:e>
                    <m:sub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a</m:t>
                      </m:r>
                    </m:sub>
                  </m:sSub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b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