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Stationary Points &amp; Curve Sketching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Calculus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5.7–5.8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Differentiate  y = x² − 4x.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Solve  2x − 4 = 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At a 'turning point', what is the gradient?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2x − 4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x = 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zero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38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Find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stationary points by solving f′(x) = 0.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Classify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them as maxima or minima.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second derivative test.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Sketch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 curve using this information.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solve f′(x) = 0 to find stationary points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find the y-coordinate of each point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use f″(x) to classify max/min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sketch the curve's shape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Stationary 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WHERE f′(x) =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'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0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Stationary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the gradient is zero (a flat point)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Find x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solve f′(x) =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Find 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substitute back into the curve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TYPES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Maximum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peak — curve turns 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Minimum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trough — curve turns 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Inflexion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 flat point that is neither.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Find stationary 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the stationary point of  y = x² − 4x + 1.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Differentiate and set to zero: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1" y="2679192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1D1A33"/>
                </a:solidFill>
              </a:defRPr>
            </a:pPr>
            <a14:m>
              <m:oMathPara>
                <m:oMath>
                  <m:f>
                    <m:num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y</m:t>
                      </m:r>
                    </m:num>
                    <m:den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x</m:t>
                      </m:r>
                    </m:den>
                  </m:f>
                  <m:r>
                    <a:rPr sz="22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4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0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8960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Solve: x = 2. Then y = 2² − 4(2) + 1: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4082796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1D1A33"/>
                      </a:solidFill>
                    </a:rPr>
                    <m:t xml:space="preserve">y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−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3</m:t>
                  </m:r>
                </m:oMath>
              </m:oMathPara>
            </a14:m>
          </a:p>
        </p:txBody>
      </p:sp>
      <p:sp>
        <p:nvSpPr>
          <p:cNvPr id="22" name="TextBox 21"/>
          <p:cNvSpPr txBox="1"/>
          <p:nvPr/>
        </p:nvSpPr>
        <p:spPr>
          <a:xfrm>
            <a:off x="4663440" y="500634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F3DF5"/>
                </a:solidFill>
                <a:latin typeface="Calibri"/>
              </a:rPr>
              <a:t>Stationary point: (2, −3).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stationary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y = x² − 6x. Find x at the stationary point.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y = x² + 2x. Find x at the stationary 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Solve dy/dx = 3x² − 12 = 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x = 3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x = −1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x = ±2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The second derivative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MAX OR MIN?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'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'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&lt;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⇒</m:t>
                  </m:r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max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,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 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'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'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&gt;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⇒</m:t>
                  </m:r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min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Differentiate again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find f″(x)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f″ &lt; 0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maximum (curve concave down)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f″ &gt; 0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minimum (curve concave up)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SKETCHING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Plot stationary points + intercepts.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Shape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positive x² → ∪;  negative x² → ∩.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Ends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follow the highest power.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Classify a stationary point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For  y = x² − 4x + 1,  classify the stationary point at x = 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Second derivative: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999" y="2679192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f>
                    <m:num>
                      <m:sSup>
                        <m:e>
                          <m:r>
                            <a:rPr sz="2000">
                              <a:solidFill>
                                <a:srgbClr val="1D1A33"/>
                              </a:solidFill>
                            </a:rPr>
                            <m:t xml:space="preserve">d</m:t>
                          </m:r>
                        </m:e>
                        <m:sup>
                          <m:r>
                            <a:rPr sz="2000">
                              <a:solidFill>
                                <a:srgbClr val="1D1A33"/>
                              </a:solidFill>
                            </a:rPr>
                            <m:t xml:space="preserve">2</m:t>
                          </m:r>
                        </m:sup>
                      </m:sSup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y</m:t>
                      </m:r>
                    </m:num>
                    <m:den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d</m:t>
                      </m:r>
                      <m:sSup>
                        <m:e>
                          <m:r>
                            <a:rPr sz="2000">
                              <a:solidFill>
                                <a:srgbClr val="1D1A33"/>
                              </a:solidFill>
                            </a:rPr>
                            <m:t xml:space="preserve">x</m:t>
                          </m:r>
                        </m:e>
                        <m:sup>
                          <m:r>
                            <a:rPr sz="2000">
                              <a:solidFill>
                                <a:srgbClr val="1D1A33"/>
                              </a:solidFill>
                            </a:rPr>
                            <m:t xml:space="preserve">2</m:t>
                          </m:r>
                        </m:sup>
                      </m:sSup>
                    </m:den>
                  </m:f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2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02736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F3DF5"/>
                </a:solidFill>
                <a:latin typeface="Calibri"/>
              </a:rPr>
              <a:t>f″ = 2 &gt; 0, so it is a MINIMUM.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995928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1D1A33"/>
                </a:solidFill>
                <a:latin typeface="Calibri"/>
              </a:rPr>
              <a:t>(Matches the ∪ shape of a positive x².)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Consider  y = x³ − 3x.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Find dy/dx.   [1]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Find the x-coordinates of the stationary points.   [3]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(c) Use f″(x) to classify them.   [2]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3x² − 3  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3x² − 3 = 0 → x = ±1  (M1)(A1)(A1)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(c) f″ = 6x; x=1: f″=6&gt;0 min; x=−1: f″=−6&lt;0 max  (A1)(A1)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Set f′ = 0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Stationary points come from f′(x) = 0, not f(x) = 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Find y too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Give both coordinates of the point.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Second derivative test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f″ &lt; 0 max, f″ &gt; 0 min (easy to swap).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Classify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Don't leave a stationary point unclassified.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y = x² − 8x. Stationary x?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y = x² + 4x + 1. Stationary point?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f″(x) = −4: max or min?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y = x³ − 12x. Stationary x's?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x = 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x=−2, y=−3 → (−2,−3)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maximum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3x²−12=0 → x=±2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'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0</m:t>
                  </m:r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'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'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&gt;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⇒</m:t>
                  </m:r>
                  <m:r>
                    <a:rPr sz="22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min</m:t>
                  </m:r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y = x² − 2x. Stationary x?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f″(x)=3: max or min?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Gradient at a turning point?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x = 1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minimum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Stationary points &amp; curve sketching.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39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Optimisation — using calculus to find best values.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f>
                    <m:num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A</m:t>
                      </m:r>
                    </m:num>
                    <m:den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x</m:t>
                      </m:r>
                    </m:den>
                  </m:f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0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