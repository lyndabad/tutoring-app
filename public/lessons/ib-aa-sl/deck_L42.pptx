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Definite Integrals &amp;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Calculus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5.5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Find  ∫ 2x dx.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Evaluate  x²  at x = 3 then at x = 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3² − 1² =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x² +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9 and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42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Evaluate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definite integral.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limits (top minus bottom).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area under a curve.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GDC for definite integrals.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integrate, then substitute the limits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compute F(b) − F(a)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interpret a definite integral as area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the GDC to check the value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Definite integrals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WITH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sSub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∫</m:t>
                          </m:r>
                        </m:e>
                        <m:sub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a</m:t>
                          </m:r>
                        </m:sub>
                      </m:sSub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Integrate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find F(x) (no + C needed here)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Substitute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top limit minus bottom limit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 +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constant cancels in F(b) − F(a).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So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omit C for a definite integral.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Evaluate a definite integral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Evaluate  ∫₁³ 2x dx.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Integrate: F(x) = x².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sSup>
                    <m:e>
                      <m:sSub>
                        <m:e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∫</m:t>
                          </m:r>
                        </m:e>
                        <m:sub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1</m:t>
                          </m:r>
                        </m:sub>
                      </m:sSub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[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/>
                  </m:r>
                  <m:sSup>
                    <m:e>
                      <m:sSub>
                        <m:e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]</m:t>
                          </m:r>
                        </m:e>
                        <m:sub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1</m:t>
                          </m:r>
                        </m:sub>
                      </m:sSub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Top minus bottom (3² − 1²):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169663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9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8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definite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∫₀² 2x dx.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∫₁² 3x² dx.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∫₀¹ 4x dx.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[x²]₀² =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[x³]₁² = 8−1 = 7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[2x²]₀¹ =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Area under a curve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AREA = INTEGRAL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Area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sSub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∫</m:t>
                          </m:r>
                        </m:e>
                        <m:sub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a</m:t>
                          </m:r>
                        </m:sub>
                      </m:sSub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Above the x-axis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definite integral gives the 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GDC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the definite-integral function to evaluate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CAREFUL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Below the axis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gives a negative — area is its absolute value.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Limits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and b are the x-bounds of the region.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Area under a curve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area between  y = x²,  the x-axis,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and the lines x = 0 and x =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Area = ∫₀² x² dx; integrate to x³/3: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79192"/>
            <a:ext cx="3072384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8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8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800">
                      <a:solidFill>
                        <a:srgbClr val="1D1A33"/>
                      </a:solidFill>
                    </a:rPr>
                    <m:t xml:space="preserve">[</m:t>
                  </m:r>
                  <m:f>
                    <m:num>
                      <m:sSup>
                        <m:e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x</m:t>
                          </m:r>
                        </m:e>
                        <m:sup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3</m:t>
                          </m:r>
                        </m:sup>
                      </m:sSup>
                    </m:num>
                    <m:den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den>
                  </m:f>
                  <m:r>
                    <a:rPr sz="2800">
                      <a:solidFill>
                        <a:srgbClr val="1D1A33"/>
                      </a:solidFill>
                    </a:rPr>
                    <m:t xml:space="preserve"/>
                  </m:r>
                  <m:sSup>
                    <m:e>
                      <m:sSub>
                        <m:e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]</m:t>
                          </m:r>
                        </m:e>
                        <m:sub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0</m:t>
                          </m:r>
                        </m:sub>
                      </m:sSub>
                    </m:e>
                    <m:sup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95020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Top minus bottom (8/3 − 0):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3434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8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Evaluate  ∫₁⁴ (2x + 1) dx.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Hence state the area between y = 2x + 1, the x-axis and x = 1, x = 4.   [1]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[x² + x]₁⁴ = (16+4) − (1+1)  (M1)(A1) = 18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area = 18 (square units)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No + C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Drop the constant for a definite integral.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Order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It is F(b) − F(a): top limit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Negative area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 region below the x-axis integrates to a negative.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Square brackets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Write [F(x)]ₐᵇ to show the limits.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∫₀³ 2x dx.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∫₁² 4x dx.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Area under y = x² from 0 to 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∫₀¹ 6x² dx.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[x²]₀³ = 9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[2x²]₁² = 8−2 = 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[x³/3]₀³ = 9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[2x³]₀¹ =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sSub>
                        <m:e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∫</m:t>
                          </m:r>
                        </m:e>
                        <m:sub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a</m:t>
                          </m:r>
                        </m:sub>
                      </m:sSub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Area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sSub>
                        <m:e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∫</m:t>
                          </m:r>
                        </m:e>
                        <m:sub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a</m:t>
                          </m:r>
                        </m:sub>
                      </m:sSub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∫₀² 2x dx.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Do you add + C for a definite integral?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∫₁² 2x dx?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no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[x²]₁² = 3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Definite integrals &amp; area.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43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End of Topic Test — Calculus. Revise Lessons 34–42.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