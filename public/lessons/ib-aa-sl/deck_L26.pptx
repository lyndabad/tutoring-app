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Standard Deviation &amp; the GDC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Statistics &amp; Probability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4.3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Which is more spread out: {5,5,5} or {1,5,9}?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does 'spread' mean for data?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Mean of  2, 4, 6?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{1,5,9}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how far values are from the centre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26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Understand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standard deviation as a measure of spread.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GDC to find mean and σ.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Compare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data sets using mean and σ.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Interpret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what a large or small σ means.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explain what standard deviation measures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enter data into the GDC's stats menu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read off the mean and standard deviation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compare two data sets fairly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Standard deviation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SPREAD ABOUT THE 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σ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ad>
                    <m:radPr>
                      <m:degHide m:val="1"/>
                    </m:radPr>
                    <m:deg/>
                    <m:e>
                      <m:f>
                        <m:num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∑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 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(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x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−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/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x</m:t>
                          </m:r>
                          <m:sSup>
                            <m:e>
                              <m:r>
                                <a:rPr sz="2400">
                                  <a:solidFill>
                                    <a:srgbClr val="4F3DF5"/>
                                  </a:solidFill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a:rPr sz="2400">
                                  <a:solidFill>
                                    <a:srgbClr val="4F3DF5"/>
                                  </a:solidFill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den>
                      </m:f>
                    </m:e>
                  </m:rad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Small σ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data clustered near the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Large σ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data widely spread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In the exam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you find σ with the GDC, not by hand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GDC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1.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enter data into a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2.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1-Variable Statistics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3.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read x̄ and σₓ (the population SD)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Read off mean &amp; 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Using a GDC, the data 4, 7, 7, 9, 13 gives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mean 8 and σ ≈ 2.97.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What does σ tell us?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Mean x̄ = 8 (the centre).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σ ≈ 2.97 → on average values lie about 3 units from the mean.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A small σ would mean the data is tightly packed.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interpret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Set A: σ = 1.2;  Set B: σ = 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      Which is more consistent?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If every value is the same, what is σ?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Does adding 5 to every value change σ?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Set A (smaller σ)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No — spread is unchanged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Comparing data 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 + SPREAD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compare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and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σ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Mean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compares the typical/centre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σ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compares consistency / spread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Always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comment on BOTH when comparing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 WORDING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'Class A has a higher mean, so scored better on average,'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'but a larger σ, so was less consistent.'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Compare two 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Class A: mean 62, σ = 4.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Class B: mean 62, σ = 11.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Compare the two classes.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Same mean → same average 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Class A has the smaller σ (4 &lt; 11).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So Class A is more consistent; B's results vary much more.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masses (kg) of 6 parcels are  2, 3, 3, 5, 6, 11.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Use your GDC to find the mean.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standard deviation.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mean = 30/6 = 5  (M1)(A1)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σ ≈ 2.94 (from GDC, 3 s.f.)  (M1)(A1)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σ measures spread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not the centre — that's the mean.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Use the GDC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Don't compute σ by hand under exam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Compare both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State mean AND σ when comparing data sets.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Shift invariance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Adding a constant changes the mean, not 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Which σ means more spread: 2 or 9?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Mean of  3, 3, 3, 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σ of  5, 5, 5, 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Higher mean but higher σ — what does it mean?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1.  9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better on average but less consistent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σ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ad>
                    <m:radPr>
                      <m:degHide m:val="1"/>
                    </m:radPr>
                    <m:deg/>
                    <m:e>
                      <m:f>
                        <m:num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∑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 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(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x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−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/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x</m:t>
                          </m:r>
                          <m:sSup>
                            <m:e>
                              <m:r>
                                <a:rPr sz="2200">
                                  <a:solidFill>
                                    <a:srgbClr val="4F3DF5"/>
                                  </a:solidFill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a:rPr sz="2200">
                                  <a:solidFill>
                                    <a:srgbClr val="4F3DF5"/>
                                  </a:solidFill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den>
                      </m:f>
                    </m:e>
                  </m:rad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small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σ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consistent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Does σ measure centre or spread?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σ when all values equal?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Bigger σ = more or less consistent?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spread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less consistent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Standard deviation.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27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Correlation &amp; linear regression — lines of best fit.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b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