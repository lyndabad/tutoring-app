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Conditional Probability &amp;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4.6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Two coins: P(two heads)?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Does drawing without replacement change later probabilities?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P(6 then 6) on two dice?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yes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1/36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29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Draw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and use tree diagrams.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Multiply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along branches; add between paths.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conditional probability.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Handle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with/without replacement.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build a tree diagram for two stages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multiply along a branch path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add the relevant paths for a combined event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apply the conditional probability formula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Tree diagrams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AND × · OR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path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×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b>
                  </m:sSub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Along branches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Between paths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Check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probabilities on each set of branches sum to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REPLACEMENT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With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probabilities stay the same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Without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total (and counts) change on the 2nd draw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Tree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bag has 3 red, 2 blue. Two balls are drawn WITHOUT replacement.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P(both red).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1st red: 3/5. Then 2 red left of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rPr>
                      <m:sty m:val="p"/>
                    </m:rPr>
                    <m:t xml:space="preserve">both red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×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 along the branch: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69663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trees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P(two heads) on two fair coins.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Bag 4 red,1 blue (no replacement):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      P(red then blue)?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P(tail then 6) coin &amp; die?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4/5 × 1/4 = 1/5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1/2 × 1/6 = 1/12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Conditional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GIVEN THAT…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|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P(A | B)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probability of A GIVEN B has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Divide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overlap by the condition's 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INDEPENDENCE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Independent if P(A∩B) = P(A)·P(B)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Then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P(A | B) = P(A) — B makes no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Conditional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P(A∩B) = 0.12 and P(B) = 0.3.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P(A | B).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Use the conditional formula: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|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.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.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169663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box has 5 good and 3 faulty bulbs. Two are taken without replacement.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P(both good).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P(exactly one faulty).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5/8 × 4/7 = 20/56 = 5/14  (M1)(A1)(A1)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GF + FG = 5/8·3/7 + 3/8·5/7 = 30/56 = 15/28  (M1)(A1)(A1)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And/Or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Multiply along a path (and); add across paths (or).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Without replacement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Reduce the count AND the total on the 2nd draw.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Conditional formula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Divide the intersection by the GIVEN event.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Branches sum to 1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Check each split of branches.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P(two sixes) on two dice.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Bag 2 red,3 blue (no repl.): P(both blue)?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P(A∩B)=0.2, P(B)=0.5: P(A|B)?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Independent A,B: P(A)=0.4,P(B)=0.5: P(A∩B)?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1/36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3/5 × 2/4 = 3/10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3.  0.4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4.  0.2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path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b>
                  </m:sSub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|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P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Along branches: × or +?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P(A∩B)=0.1,P(B)=0.4: P(A|B)?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Two coins: P(two tails)?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×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2.  0.25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1/4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Conditional probability &amp; trees.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Discrete random variables and expected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∑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