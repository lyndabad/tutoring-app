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Modelling with Sinusoidal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Trigonometry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3.7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What is the maximum of  y = sin 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is the minimum of  y = sin x?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After how many degrees does sin x repeat?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−1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360°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22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Identify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amplitude, period and vertical shift.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Interpret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y = a sin(b(x − c)) + d.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parameters from a graph or context.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model to make predictions.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amplitude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period from 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vertical shift d (the midline)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build and use a sinusoidal 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sinusoidal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amplitude = (max − min) /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midline = (max + min) /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b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controls the period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Period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360°/b  (or 2π/b)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horizontal (phase)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max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 + a; min: d −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Amplitude &amp; midline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model y = a sin(...) + d has maximum 17 and minimum 3.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a and 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Amplitude a = (max − min)/2: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7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den>
                  </m:f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7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Midline d = (max + min)/2: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082796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7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Max 9, min 1. Find a and 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A graph repeats every 180°. Find 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Max 5, min −5. Find the amplitude.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a=4, d=5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b = 360/180 =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Finding the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FROM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period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6</m:t>
                      </m:r>
                      <m:sSup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0</m:t>
                          </m:r>
                        </m:e>
                        <m: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°</m:t>
                          </m:r>
                        </m:sup>
                      </m:sSup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π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Bigger b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shorter period (squashed wave)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From a graph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read one full cycle to get the period, then find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REAL CONTEXTS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tides, temperature, daylight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Ferris wheels, sound waves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average/centre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b from the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sinusoidal model completes one cycle every 12 hours.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value of b (in degrees).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Period = 360°/b, and the period is 12: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6</m:t>
                      </m:r>
                      <m:sSup>
                        <m:e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0</m:t>
                          </m:r>
                        </m:e>
                        <m:sup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°</m:t>
                          </m:r>
                        </m:sup>
                      </m:sSup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b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Rearrange for b: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169663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6</m:t>
                      </m:r>
                      <m:sSup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0</m:t>
                          </m:r>
                        </m:e>
                        <m:sup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°</m:t>
                          </m:r>
                        </m:sup>
                      </m:sSup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depth of water is modelled by  y = a sin(b(t − c)) + 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maximum depth is 8 m, the minimum is 2 m, and the period is 12 hours.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a.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d.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(c) Find b (in degrees).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a = (8−2)/2 = 3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d = (8+2)/2 = 5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(c) b = 360/12 = 30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Amplitude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It is HALF the max−min, not the whole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Midline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 is the average of max and min, not 0 (unless symmetric).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Period &amp; b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period = 360/b — they are inversely related.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Units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Match degrees or radians throughout.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Max 12, min 4. Find a and 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Period 90°. Find 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a = 6, d = 10. Find the max and min.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Period 2π/3 (radians). Find 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a=4, d=8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b=4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max 16, min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b=3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period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6</m:t>
                      </m:r>
                      <m:sSup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0</m:t>
                          </m:r>
                        </m:e>
                        <m:sup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°</m:t>
                          </m:r>
                        </m:sup>
                      </m:sSup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Max 10, min 2. Find the amplitude.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Find d if max 10, min 2.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Period 60°. Find b.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Modelling with sinusoidal functions.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23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End of Topic Test — Trigonometry. Revise Lessons 17–22.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