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Correlation &amp; Linear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Statistics &amp; Probability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4.4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As ice-cream sales rise, do drownings rise too? (data)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What does a 'line of best fit' do?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If points slope down left→right, is that + or − correlation?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They correlate (but heat causes both!)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models the trend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negative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27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Describe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correlation from a scatter diagram.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Interpret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correlation coefficient r.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Find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regression line y = ax + b (GDC).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line to make predictions sensibly.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describe correlation (strength &amp; direction)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interpret r between −1 and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find the regression line on the GDC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predict, and know when extrapolation is unsafe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Correlation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r: STRENGTH &amp;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≤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r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≤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1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r near +1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strong positive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r near −1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strong negative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r near 0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little/no linear correlation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CAREFUL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Correlation ≠ causation.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 hidden factor may cause both.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Scatter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always picture the data first.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Interpret 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A data set gives  r = 0.92.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Describe the correlation.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r is close to +1 and positive: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7919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→ a strong, positive linear correlation.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07238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F3DF5"/>
                </a:solidFill>
                <a:latin typeface="Calibri"/>
              </a:rPr>
              <a:t>As one variable increases, so does the other.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describe 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r = −0.88. Describe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r = 0.10. Describe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r = 0.65. Describe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strong negative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very weak / none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moderate positive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Regression &amp;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LINE OF BEST 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b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GDC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gives a (gradient) and b (intercept)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Predict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substitute an x to estimate 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Interpolation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inside the data — usually reliable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EXTRAPOLATION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Predicting outside the data range is risky.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trend may not continue.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Say so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mention reliability in your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Predict with the 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A regression line is  y = 3x + 5.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Predict y when x = 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Substitute x = 4 into the line: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9" y="2679192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>y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3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4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5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0273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Evaluate: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3995928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7</m:t>
                  </m:r>
                </m:oMath>
              </m:oMathPara>
            </a14:m>
          </a:p>
        </p:txBody>
      </p:sp>
      <p:sp>
        <p:nvSpPr>
          <p:cNvPr id="22" name="TextBox 21"/>
          <p:cNvSpPr txBox="1"/>
          <p:nvPr/>
        </p:nvSpPr>
        <p:spPr>
          <a:xfrm>
            <a:off x="4663440" y="491947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1D1A33"/>
                </a:solidFill>
                <a:latin typeface="Calibri"/>
              </a:rPr>
              <a:t>Reliable only if x = 4 is within the data range.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For 10 students, hours studied (x) and test score (y) give  r = 0.86  and  y = 6.4x + 21.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Describe the correlation.   [2]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Estimate the score for a student who studies 5 hours.   [2]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strong positive (linear) correlation  (A1)(A1)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y = 6.4(5) + 21 = 53  (M1)(A1)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Correlation ≠ cause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A strong r does not prove one thing causes the other.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r range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r is always between −1 and 1.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Extrapolation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Predicting far outside the data is unreliable.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Direction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Negative gradient → negative correlation.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Describe r = −0.95.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y = 2x + 7. Predict y at x = 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Is r = 0.05 strong?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Is predicting outside the data safe?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strong negative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2.  19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no, essentially none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no (extrapolation)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≤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r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≤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1</m:t>
                  </m:r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b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r = 0.97: describe it.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y = 4x − 1. Predict y at x = 3.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Does correlation prove causation?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strong positive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2.  11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no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Correlation &amp; regression.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28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Probability &amp; Venn diagrams — measuring chance.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00A896"/>
                      </a:solidFill>
                    </a:rPr>
                    <m:t xml:space="preserve">P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n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(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A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)</m:t>
                      </m:r>
                    </m:num>
                    <m:den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n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(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U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)</m:t>
                      </m:r>
                    </m:den>
                  </m:f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