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Choosing &amp; Scoping Your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Internal Assessment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IB Mathematics IA (20%)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What % of your final grade is the 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Roughly how long is the IA (pages)?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In one word: what makes a great IA topic?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1.  20%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about 12–20 pages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interest (personal engagement)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44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what the Mathematics IA (the 'exploration') is.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Choose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topic with genuine personal interest.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Scope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task so it is focused, not too big or small.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Check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maths is at the right level (AA SL).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explain the purpose of the 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brainstorm topics linked to my interests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narrow a broad idea into a focused question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judge whether the maths is suitable for AA SL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the IA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EXPLORATION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IA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%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of your final grade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 written exploration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of a maths topic that interests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Around 12–20 pages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your own investigation, not an essay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Marked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by your teacher against 5 criteria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vs WEAK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Good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focused, personal, real maths used well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Weak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too broad, copied theory, little of you in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From interest to topic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student loves football.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How could that become a focused IA?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Broad interest: football.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Narrow it: 'Modelling the flight of a free kick.'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Focus it with maths: use a quadratic / projectile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6557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and compare to real shot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narrow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Interest: music. Suggest a focused IA idea.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Interest: travel. Suggest a focused IA idea.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Why is 'the history of pi' a weak topic?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e.g. modelling a sound wave with sine functions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e.g. optimising a route / cost with functions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it's just retelling theory — little personal maths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Scoping it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 TOO BIG, NOT TOO 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focused question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+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your own data/analysis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Too broad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'calculus' — impossible to do well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Too small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one calculation — not enough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Just right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one clear question explored thoroughly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Interest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do I actually care about it?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Maths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is it AA SL level?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Doable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can I get data / results?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Judge the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Is 'Investigating all types of functions' a good IA scope?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No — far too broad to explore in depth.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Better: pick ONE context, e.g.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F3DF5"/>
                </a:solidFill>
                <a:latin typeface="Calibri"/>
              </a:rPr>
              <a:t>'Which function best models my city's monthly rainfall?'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6557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1D1A33"/>
                </a:solidFill>
                <a:latin typeface="Calibri"/>
              </a:rPr>
              <a:t>One focused question, real data, clear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student proposes the IA title: “Statistics.”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Explain why this title is unsuitable.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Rewrite it as a focused, personal exploration question.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Far too broad / not a question / no personal context  (A1)(A1)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e.g. 'Is there a correlation between hours of sleep and test scores in my class?'  (A1)(A1)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Too broad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A whole topic is not an IA — narrow to one question.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No personal link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Pick something YOU find interesting.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Just theory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Re-explaining a known proof scores poorly — do your own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Wrong level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Keep the maths at AA SL, used correctly.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What % is the IA worth?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Turn 'sport' into a focused IA idea.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Name one sign of a weak topic.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Name one thing a good topic needs.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1.  20%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e.g. modelling a basketball shot's arc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too broad / copied theory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personal interest + real maths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IA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%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one focused question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IA worth what %?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Best source of a topic?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Broad or focused — which wins?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1.  20%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your own interests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focused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Draft three possible IA questions.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45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Structuring the IA to the assessment criteria.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rPr>
                      <m:sty m:val="p"/>
                    </m:rPr>
                    <m:t xml:space="preserve">Criteria A–E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