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Solving Trigonometric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Trigonometry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3.8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 sin θ = 1  for 0 ≤ θ ≤ 360°.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sin⁻¹(0.5)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How many solutions can  sin θ = 0.5  have in 0–360°?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θ = 90°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two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20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sin θ = k, cos θ = k, tan θ = k.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all solutions in a given interval.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unit circle / CAST for extra solutions.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equations needing rearrangement first.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first solution with the inverse function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symmetry to find the second solution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list all solutions in the stated interval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rearrange before solving where needed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k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k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tan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k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1.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find the first (principal)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2.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symmetry / CAST for others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3.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keep only those inside the interval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SECOND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sin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θ and 180° − 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cos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θ and 360° − 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tan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θ and θ + 180°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Solve over an interval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Solve  sin θ = 0.5  for  0° ≤ θ ≤ 360°.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first solution: sin⁻¹(0.5) = 30°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sine: second is 180° − 30° = 150°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07238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3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  <m:r>
                    <a:rPr sz="20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5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399592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Both lie in 0°–360°, so these are the answers.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solve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cos θ = 0.5,  0°–360°.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tan θ = 1,  0°–360°.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sin θ = 0,  0°–360°.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60°, 300°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45°, 225°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0°, 180°, 360°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Rearranging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GET THE RATIO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Isolate sin/cos/tan before using the inverse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Watch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factor if there is a squared term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Treat sin θ like a single unknown.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Quadratic in sinθ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factor, then solve each piece.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GDC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Paper 2: graph and read intersections.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Rearrange then solve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Solve  2 cos θ − 1 = 0  for  0° ≤ θ ≤ 360°.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isolate cos 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first solution cos⁻¹(0.5) = 60°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8279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cosine: second is 360° − 60° = 300°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47598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6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  <m:r>
                    <a:rPr sz="20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  <m:sSup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Solve  2 sin θ = √3  for  0° ≤ θ ≤ 360°.   [4]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sin θ = √3/2  (M1) → θ = 60°  (A1); second solution 180° − 60° = 120°  (M1) → θ = 60°, 120°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One solution only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Most intervals give 2+ solutions — use symmetry.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Interval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Discard any solution outside the stated range.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Isolate first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Rearrange to sin/cos/tan = k before using the inverse.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Degrees vs radians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Match the interval's units on your GDC.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sin θ = √2/2,  0°–360°.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tan θ = √3,  0°–360°.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Solve 2cos θ + 1 = 0,  0°–360°.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Solve cos θ = 1,  0°–360°.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45°, 135°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60°, 240°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cosθ=−½ → 120°, 240°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0°, 360°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8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Solve sin θ = 1,  0°–360°.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Solve cos θ = 0,  0°–360°.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Solve tan θ = 0,  0°–360°.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90°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90°, 270°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0°, 180°, 360°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Solving trig equations.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sine and cosine rules for non-right-angled triangles.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c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