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The Unit Circle &amp; Exact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3.5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is  sin 90°?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 cos 0°?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On the unit circle, what are the coordinates at angle 0?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(1, 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18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unit circle to define sin, cos and tan.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Read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exact values for key angles.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Determine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sign of a ratio in each quadrant.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exact values without a calculator.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link (cos θ, sin θ) to a point on the unit circle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quote exact values for 0, 30, 45, 60, 90°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CAST to get the sign in each quadrant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exact ratios for related angles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unit circle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tan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Point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(cos θ, sin θ) on a circle of radius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gradient of the radius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CAST (signs)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Quadrant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All 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Quadrant 2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Sin 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Quadrant 3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Tan positive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Quadrant 4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Cos positive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Exact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exact value of  sin 30°  and  cos 30°.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From the 30–60–90 triangle: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3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°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6638544" y="377647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3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3</m:t>
                          </m:r>
                        </m:e>
                      </m:rad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87375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These are exact — no decimals.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exact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Write  cos 60°.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Write  sin 45°.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Write  tan 45°.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√2/2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Signs &amp; related angles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USING 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8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CAST to decide + or 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Relate the angle to its acute 'reference' angle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sin 150°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sin 30° = 1/2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cos 120°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−cos 60° = −1/2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tan 225°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tan 45° 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Sign from the quadrant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exact value of  cos 120°.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120° is in Quadrant 2 → cosine is NEGATIVE: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Reference angle is 180° − 120° = 60°: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307238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°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6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08279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447598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exact value of  sin 60°.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exact value of  cos 150°.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√3/2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Q2 → cos negative; ref 30°  (M1) → cos150° = −cos30°  (A1) = −√3/2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Mode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Be clear whether you are working in degrees or radians.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Quadrant sign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CAST — sin/cos/tan are not always positive.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Exact means surd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√3/2 is exact; 0.866 is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tan = sin/cos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tan is undefined where cos = 0 (90°, 270°).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Exact value of  tan 60°.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Exact value of  sin 120°.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Exact value of  cos 180°.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In which quadrant is only sin positive?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√3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√3/2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−1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Quadrant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tan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sin 90°?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Exact value of cos 45°?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Sign of sin in Quadrant 3?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√2/2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negative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Unit circle &amp; exact values.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Trigonometric identities — relationships you can rely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