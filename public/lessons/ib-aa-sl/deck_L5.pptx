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Exponents &amp; Laws of Indices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1.5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Work out  2³ × 2²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Simplify  x⁵ ÷ x²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is  5⁰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2⁵ = 32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5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Recall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laws of indices.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laws to simplify expressions.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Interpret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negative and fractional indices.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Evaluate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powers without a calculator.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multiply and divide powers of the same 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raise a power to a power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rewrite negative indices as reciprocals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evaluate fractional indices using roots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index laws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f>
                    <m:num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m</m:t>
                          </m:r>
                        </m:sup>
                      </m:sSup>
                    </m:num>
                    <m:den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sup>
                      </m:sSup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</m:sup>
                  </m:sSup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Same base: add to multiply, subtract to divide.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Power of a power: multiply the indices.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SPECIAL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a⁰ = 1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anything (≠0) to the power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a⁻ⁿ = 1/aⁿ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negative → reciprocal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a^(1/n) = ⁿ√a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fractional → root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Simplify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Simplify  (2x³)² × x⁻⁴,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giving your answer in the form axⁿ.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deal with the bracket — square each part: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multiply by x⁻⁴ (add indices):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×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sup>
                  </m:sSup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simplify: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531266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4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laws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Simplify  x⁷ × x³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Simplify  (3x²)³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Simplify  12x⁵ ÷ 4x²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x¹⁰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27x⁶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3x³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Negative &amp; fractional indices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REWRITING POWERS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sup>
                      </m:sSup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f>
                        <m:num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m</m:t>
                          </m:r>
                        </m:num>
                        <m:den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den>
                      </m:f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ad>
                    <m:radPr>
                      <m:degHide m:val="1"/>
                    </m:radPr>
                    <m:deg/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[</m:t>
                      </m:r>
                    </m:e>
                  </m:rad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]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Negative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flip it: a⁻ⁿ = 1/aⁿ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Fractional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denominator = root, numerator = power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EVALUATING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8^(2/3)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(∛8)² = 2²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16^(−1/2)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1/√16 = 1/4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Order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do the root first, then the power.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Without a calculator, evaluate  27^(2/3).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denominator 3 → cube root: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7</m:t>
                      </m:r>
                    </m:e>
                    <m:sup>
                      <m:f>
                        <m:num>
                          <m:r>
                            <a:rPr sz="2200">
                              <a:solidFill>
                                <a:srgbClr val="1D1A33"/>
                              </a:solidFill>
                            </a:rPr>
                            <m:t xml:space="preserve">2</m:t>
                          </m:r>
                        </m:num>
                        <m:den>
                          <m:r>
                            <a:rPr sz="2200">
                              <a:solidFill>
                                <a:srgbClr val="1D1A33"/>
                              </a:solidFill>
                            </a:rPr>
                            <m:t xml:space="preserve">3</m:t>
                          </m:r>
                        </m:den>
                      </m:f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ad>
                    <m:radPr>
                      <m:degHide m:val="1"/>
                    </m:radPr>
                    <m:deg/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[</m:t>
                      </m:r>
                    </m:e>
                  </m:rad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]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/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∛27 = 3: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500634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evaluate: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5399531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9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Simplify  (4x⁴y²)^(1/2).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Evaluate  8^(−2/3).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(c) Write  1/x³  using a negative index.   [1]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4^(1/2)·x²·y = 2x²y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8^(−2/3) = 1/8^(2/3) = 1/4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(c) x⁻³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Add vs multiply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Multiplying powers ADDS indices; (aᵐ)ⁿ MULTIPLIES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a⁰ = 1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Not 0 — anything to the power 0 is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Negative ≠ negative number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a⁻² = 1/a², not −a².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Fraction order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For a^(m/n) take the nth root, then the mth power.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Simplify  (2a³)⁴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Simplify  x⁶ ÷ x⁻²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Evaluate  16^(3/4)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Evaluate  25^(−1/2)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16a¹²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x⁸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(⁴√16)³ = 2³ = 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1/√25 = 1/5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f>
                        <m:num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m</m:t>
                          </m:r>
                        </m:num>
                        <m:den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den>
                      </m:f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ad>
                    <m:radPr>
                      <m:degHide m:val="1"/>
                    </m:radPr>
                    <m:deg/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[</m:t>
                      </m:r>
                    </m:e>
                  </m:rad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]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Simplify  y⁴ × y⁵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Evaluate  9^(1/2)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Write  4^(−2) as a fraction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y⁹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1/16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Laws of indices.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Logarithms &amp; their laws — the inverse of taking a power.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sub>
                  </m:sSub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c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c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