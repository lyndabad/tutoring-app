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Sine &amp; Cosine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3.2–3.3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In a right triangle, what is sin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Sum of angles in any triangle?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Which rule needs a right angle: Pythagoras or sine rule?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opposite/hypotenuse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180°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Pythagoras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21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sine rule to find sides and angles.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cosine rule to find sides and angles.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Choose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correct rule for the information given.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area with ½ab sin 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apply the sine rule when an angle–opposite-side pair is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apply the cosine rule for SAS or three sides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decide which rule a problem needs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a triangle's area with ½ab sin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sine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PAIR UP SIDE &amp;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Use when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know an angle and its opposite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Sides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lower-case; opposite angles upper-case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WHICH RULE?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Sine rule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side &amp; its opposite angle 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Cosine rule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two sides + included angle, or all three sides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Sine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In triangle ABC, A = 40°, B = 60°, a = 8 cm.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side 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Sine rule, pairing a/sinA with b/sinB: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79192"/>
            <a:ext cx="307238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8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sin </m:t>
                      </m:r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°</m:t>
                          </m:r>
                        </m:sup>
                      </m:sSup>
                    </m:den>
                  </m:f>
                  <m:r>
                    <a:rPr sz="28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8</m:t>
                      </m:r>
                    </m:num>
                    <m:den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sin </m:t>
                      </m:r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28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  <m:sSup>
                        <m:e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800">
                              <a:solidFill>
                                <a:srgbClr val="1D1A33"/>
                              </a:solidFill>
                            </a:rPr>
                            <m:t xml:space="preserve">°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95020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Make b the subject: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3434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8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°</m:t>
                          </m:r>
                        </m:sup>
                      </m:sSup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0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°</m:t>
                          </m:r>
                        </m:sup>
                      </m:sSup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≈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8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cm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sine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A=50°, a=10, B=30°. Find 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A=70°, a=12, C=40°. Find 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(Give answers to 3 s.f.)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b=10 sin30/sin50 ≈ 6.53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c=12 sin40/sin70 ≈ 8.21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cosine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 SAS OR SSS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Use when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know two sides and the included 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Or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all three sides (rearrange for the angle)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Area = ½ ab sin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uses two sides and the angle between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Cosine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In triangle ABC, b = 7, c = 9, A = 50°.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side 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Cosine rule with the angle A between b and c: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7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+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9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9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5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 49 + 81 − 126cos50° ≈ 49.0: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≈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cm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 triangle ABC, a = 11 cm, b = 8 cm and C = 35°.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side c.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area of the triangle.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c² = 11²+8²−2(11)(8)cos35°  (M1)(A1) → c ≈ 6.40 cm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Area = ½(11)(8)sin35°  (M1) ≈ 25.2 cm²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Wrong rule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Sine rule needs a side &amp; its opposite angle; otherwise use cosine.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Label matching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Side a is opposite angle A — keep them paired.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Cosine rule sign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It is − 2bc cos A (a minus).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Area formula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½ab sin C uses the angle BETWEEN the two sides.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A=45°, a=14, B=60°. Find 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b=5, c=6, A=80°. Find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Area: a=9, b=10, C=30°.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Which rule for SSS (3 sides)?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14 sin60/sin45 ≈ 17.1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a²=25+36−60cos80 → a≈7.10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½·9·10·sin30 = 22.5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cosine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When do you use the sine rule?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Write the area formula.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Cosine rule for a²?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side &amp; opposite angle known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½ab sin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b²+c²−2bc cosA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Sine &amp; cosine rules.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Modelling with sinusoidal functions — waves in the real world.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