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Probability &amp; Venn Diagrams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4.5–4.6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P(heads) on a fair coin?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P(rolling a 6) on a fair die?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P(not a 6) on a fair die?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1/6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5/6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28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Calculate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theoretical probability.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Venn diagrams for events.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addition rule for P(A ∪ B).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complement P(A′) = 1 − P(A).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work out P(event) = favourable / total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place data in a Venn diagram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P(A∪B) = P(A)+P(B)−P(A∩B)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complement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Basic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n(A)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number of favourable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n(U)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total number of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Complement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'not A' = 1 − P(A)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0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impossible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certain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All P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add to 1 over the whole sample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Simple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bag has 4 red and 6 blue balls.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P(red) and P(not red).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Total = 10. P(red) = favourable/total: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rPr>
                      <m:sty m:val="p"/>
                    </m:rPr>
                    <m:t xml:space="preserve">red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Complement: P(not red) = 1 − P(red):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69663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not red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 die: P(even)?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 bag of 3 green, 7 yellow: P(green)?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If P(A) = 0.3, find P(A′).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3/10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3.  0.7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Venn diagrams &amp; the union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ADDITION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∩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intersection — 'both A and B'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∪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union — 'A or B (or both)'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Subtract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overlap, so it isn't counted twice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MUTUALLY EXCLUSIVE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No overlap: P(A∩B)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Then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P(A∪B) = P(A) + P(B)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the addition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P(A) = 0.5, P(B) = 0.4, P(A∩B) = 0.2.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P(A∪B).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Addition rule: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7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 a class of 30, 18 study French, 12 study Spanish, 5 study both.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How many study neither?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P(French only).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French only 13, Spanish only 7, both 5 → 25 study a language  (M1)(A1) → neither = 5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P(French only) = 13/30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Double counting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Subtract P(A∩B) in the union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∩ vs ∪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∩ = 'and' (overlap); ∪ = 'or'.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Probabilities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must lie between 0 and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Complement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P(A′) = 1 − P(A), not −P(A).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Die: P(less than 3)?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P(A)=0.6, P(B)=0.3, P(A∩B)=0.1. P(A∪B)?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If P(rain)=0.25, P(no rain)?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Mutually exclusive A,B: P(A)=0.4,P(B)=0.5. P(A∪B)?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2/6 = 1/3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3.  0.75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4.  0.9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Die: P(a 5)?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P(A)=0.7 → P(A′)?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∩ means 'and' or 'or'?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and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Probability &amp; Venn diagrams.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Conditional probability &amp; tree diagrams.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|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P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P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