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Proof &amp; Deductive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1.6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Write an even number in terms of 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Write an odd number in terms of 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Is the sum of two even numbers always even?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2n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2n + 1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Yes — 2a + 2b = 2(a+b)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9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what a mathematical proof requires.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algebra to represent general numbers.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Construct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direct (deductive) proof.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Recognise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proof by counterexample.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write even/odd/consecutive numbers algebraically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argue generally, not from examples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set out a clear step-by-step proof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disprove a statement with one counterexample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Representing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ALGEBRAIC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o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Consecutive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n, n+1, n+2,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Multiple of 3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3n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Key idea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 letter stands for ANY integer — that makes it general.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Examples are NOT a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general algebraic argument 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Conclude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end by stating the result is proven.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 direct 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Prove that the sum of two consecutive integers is always odd.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let the integers be n and n+1: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add them: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07238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n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n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n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399592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Step 3  2n+1 is odd for any integer 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8912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Therefore the sum of two consecutive integers is always odd.  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prove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Prove the sum of two even numbers is even.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Prove the sum of three consecutive integers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      is a multiple of 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2a+2b = 2(a+b) → even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n+(n+1)+(n+2)=3n+3=3(n+1) → multiple of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Counterexamples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DISPROVING A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o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o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l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i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o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t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To disprove 'all …', find ONE case that fails.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 don't need many — a single one is enough.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Claim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'n² is always even.'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Test n = 3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3² = 9, which is odd.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So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claim is false — disproved.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Use a counterexample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Disprove: “Every prime number is odd.”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test small primes: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2 is prime, but 2 is even.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Step 3  so not every prime is odd.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6557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The single example n = 2 disproves the statement.  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Prove that the product of two odd numbers is odd.   [4]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Disprove: “n² − n + 11 is prime for all integers n.”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Odd × odd: (2a+1)(2b+1) = 4ab+2a+2b+1  (M1)(A1) = 2(2ab+a+b)+1  (A1) which is odd  (R1)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n = 11: 11²−11+11 = 121 = 11×11, not prime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Examples ≠ proof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Showing it works for 3 numbers does not prove it for 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Define your letters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State 'let n be an integer' so the argument is general.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Odd form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An odd number is 2n+1 (or 2n−1), never just 'n'.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Conclude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Finish with a clear concluding statement.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Prove 2n + 2n is even.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Prove the sum of two odd numbers is even.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Disprove: 'all multiples of 3 are odd.'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Write three consecutive even numbers.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4n = 2(2n) → even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(2a+1)+(2b+1)=2(a+b+1) → even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6 is a multiple of 3 but even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2n, 2n+2, 2n+4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o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Write an odd number algebraically.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How many counterexamples disprove a claim?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Is 2 a counterexample to 'all primes are odd'?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2n + 1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Just one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Yes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Proof &amp; reasoning.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End of Topic Test — Number &amp; Algebra. Bring everything from Lessons 2–9.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