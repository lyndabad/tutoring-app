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Limits &amp; the Derivative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Calculus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5.1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Find the gradient between (1, 2) and (3, 8).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does 'gradient' measure?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Gradient of a horizontal line?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(8−2)/(3−1) = 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steepness / rate of change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34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Understand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derivative as a gradient function.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Interpret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f′(x) as a rate of change.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derivative notation dy/dx and f′(x).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Read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gradient at a point from f′(x).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explain the derivative as the gradient of a curve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the notations dy/dx and f′(x)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interpret f′(x) as a rate of change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find the gradient at a point once f′(x) is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derivative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GRADIENT OF A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Gradient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steepness of the curve at a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Rate of change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how fast y changes as x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Notation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f′(x) and dy/dx mean the same thing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FROM CHORD TO TANGENT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Average gradient = chord between two points.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Limit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bring the points together → the tangent's gradient.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That limit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is the derivative.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Interpret the derivative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For a curve y = f(x), it is found that  f′(2) = 5.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What does this tell us?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f′(2) is the gradient at the point where x = 2: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curve is sloping upward there, gradient 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So y increases 5 units per 1 unit of x near x =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meaning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If f′(3) = 0, what is happening at x = 3?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If f′(x) is negative, is the curve rising or falling?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Another name for dy/dx?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flat (stationary point)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falling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f′(x) / the gradient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Notation &amp; 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WAYS TO WRITE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dy/dx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'the rate of change of y with respect to x'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Sign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positive → increasing; negative → decreasing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ds/dt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velocity (rate of change of distance)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dV/dt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rate a volume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Units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matter — e.g. m per 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Gradient at a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curve has gradient function f′(x) = 2x.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gradient at x = 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Substitute x = 4 into f′(x):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f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'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Evaluate: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8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curve y = f(x) has gradient function f′(x) = 3x − 1.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the gradient at x = 2.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State what your answer means.   [1]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f′(2) = 3(2) − 1 = 5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the curve's gradient (rate of change) at x = 2 is 5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Derivative = gradient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f′(x) gives the slope, not the y-value.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f′(a) is a number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Substitute the x-value into f′(x).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Sign meaning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f′(x) &gt; 0 rising; &lt; 0 falling; = 0 stationary.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Notation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dy/dx and f′(x) are the same 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f′(x)=4x. Find f′(3).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If f′(5)=0, what's happening at x=5?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f′(x)=2x−6. Find f′(1).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Is the curve rising if f′(x)=−2?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stationary (flat)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−4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no, falling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gradient at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f′(x)=6x. Find f′(2).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f′(x)&lt;0 means rising or falling?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Another symbol for f′(x)?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falling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dy/dx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Limits &amp; the derivative.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35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Differentiating polynomials with the power rule.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</m:den>
                  </m:f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1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