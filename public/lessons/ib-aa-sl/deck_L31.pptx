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The Binomial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Statistics &amp; Probability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4.8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P(heads) in one coin toss?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In 10 tosses, how many heads do you expect?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Is each coin toss independent?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1/2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31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Recognise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binomial situation.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X ~ B(n, p).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binomial probabilities with the GDC.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mean E(X) = np.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check the binomial conditions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write X ~ B(n, p)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P(X = r) and P(X ≤ r) on the GDC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mean np and variance np(1−p)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When is it binomial?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X ~ B(n, 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fixed number of trials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same probability of success each trial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Trials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independent, two outcomes (success/fail)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FORMULAS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Mean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E(X) = 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Variance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Var(X) = np(1−p)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GDC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BinomPdf / BinomCdf.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 binomial 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fair coin is tossed 6 times. Find P(exactly 4 heads).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Here X ~ B(6, 0.5).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Use the binomial formula (or GDC BinomPdf):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1D1A33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d>
                    <m:dPr>
                      <m:begChr m:val="("/>
                      <m:endChr m:val=")"/>
                    </m:dPr>
                    <m:e>
                      <m:f>
                        <m:fPr>
                          <m:type m:val="noBar"/>
                        </m:fPr>
                        <m:num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6</m:t>
                          </m:r>
                        </m:num>
                        <m:den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4</m:t>
                          </m:r>
                        </m:den>
                      </m:f>
                    </m:e>
                  </m:d>
                  <m:r>
                    <a:rPr sz="24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5</m:t>
                  </m:r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4</m:t>
                      </m:r>
                    </m:sup>
                  </m:sSup>
                  <m:r>
                    <a:rPr sz="24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5</m:t>
                  </m:r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= 15 × (0.5)⁶: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169663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5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6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4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≈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4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binomial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X~B(10,0.5): expected value?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X~B(20,0.3): mean np?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State the two parameters of B(n,p).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 (trials), p (success prob.)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Mean &amp; cumulative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USING THE GDC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P(X = r)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BinomPdf(n, p, 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P(X ≤ r)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BinomCdf(n, p, 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P(X ≥ r)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1 − P(X ≤ r−1)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 &amp; 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Mean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Variance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np(1 − 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SD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√(np(1−p)).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Mean of a binomial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For  X ~ B(50, 0.2),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expected value E(X).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Binomial mean E(X) = np: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E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×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Evaluate: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9592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In a quiz, the probability of guessing a question correctly is 0.25. A student guesses all 12 questions.  X ~ B(12, 0.25).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the expected number correct.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P(X = 3).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E(X) = np = 12 × 0.25 = 3  (M1)(A1)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BinomPdf(12, 0.25, 3) ≈ 0.258  (M1)(A1)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Conditions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Binomial needs fixed n, constant p, independent trials.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Pdf vs Cdf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P(X = r) uses Pdf; P(X ≤ r) uses Cdf.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'At least'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P(X ≥ r) = 1 − P(X ≤ r − 1).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Mean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E(X) = np, not n + 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X~B(8,0.5):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X~B(100,0.1): mean?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P(X≥1) in terms of P(X=0)?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Variance of B(20,0.5)?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1 − P(X=0)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20·0.5·0.5 =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Var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Mean of B(40,0.25)?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P(X≤r): Pdf or Cdf?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Two parameters of binomial?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Cdf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 and p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Binomial distribution.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32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The normal distribution — the bell curve.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μ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,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σ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