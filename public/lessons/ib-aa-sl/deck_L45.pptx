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Structuring the IA to the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Internal Assessment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IB Mathematics IA (20%)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How many assessment criteria are there?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Which letter rewards 'personal engagement'?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True/false: presentation matters for marks.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five (A–E)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Criterion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true (Criterion 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45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Know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five IA assessment criteria.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Structure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exploration to hit each criterion.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Communicate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mathematics clearly and correctly.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Reflect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meaningfully throughout the 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name criteria A–E and what each rewards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organise the IA with a clear structure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correct mathematical notation and terminology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include genuine reflection, not just description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five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 – E (20 marks)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A·B·C·D·E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 Presentation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coherent, organised, concise (4)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B Mathematical communication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notation, terminology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 Personal engagement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your own input &amp; interest (3)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 Reflection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critical, meaningful (3)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E Use of maths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correct, relevant, AA SL level (6)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Total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20 marks → scaled to 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Map work to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Where do clear graphs and correct notation earn marks?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Clear, labelled graphs and layout → Criterion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Correct symbols and terminology → Criterion 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 presentation AND notation both score 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6557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polish them, don't leave them to chance.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match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'I chose this because…' → which criterion?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Using correct ∫ and Σ notation → which?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'This result surprised me because…' → which?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C (personal engagement)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B (communication)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D (reflection)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 clear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 TYPICAL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intro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maths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reflection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conclusion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Introduction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aim, why it interests you, 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Body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maths: models, calculations,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Reflection + conclusion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what it means, limitations, next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REFLECTION 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Comment as you go, not just at the 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Ask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'why?', 'is this reasonable?', 'what are the limits?'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Description vs reflection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Which is reflection?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(a) 'The graph goes up.'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(b) 'The model fits early data but fails later — likely because growth can't continue forever.'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(a) is description — it just states what happened.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(b) is reflection — it interprets and questions the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Aim for (b)-style comments throughout.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An IA uses correct mathematics but reads like a textbook chapter, with no personal voice.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Which TWO criteria will score poorly?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Suggest one change to improve each.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C (personal engagement) and D (reflection)  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C: add why you chose it / your own data; D: add critical comments on results &amp; limitations  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Ignoring A &amp; B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Presentation and notation are easy marks — don't lose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No personal voice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Criterion C needs YOUR input and interest.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Describing not reflecting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Reflection interprets and questions, not just narrates.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Maths too simple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Criterion E rewards correct, AA-SL-level mathematics.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How many marks is the IA out of?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Which criterion is worth the most?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Where does 'limitations' belong?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Name criterion 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E — use of maths (6)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reflection (D)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A·B·C·D·E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marks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reflect throughout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How many criteria?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Which rewards personal engagement?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Which is worth 6 marks?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five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E (use of maths)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Outline your IA against criteria A–E.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46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End of Topic Test — Internal Assessment skills, then your End-of-Course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