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The Normal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Statistics &amp; Probability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4.9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What shape is a normal distribution?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Where is it centred?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Is it symmetric?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a bell curve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at the mean μ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yes, about the mean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32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Describe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normal distribution's shape.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X ~ N(μ, σ²).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probabilities with the GDC.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68–95–99.7 rule.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state the properties of a normal curve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write X ~ N(μ, σ²)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P(X &lt; a) etc. on the GDC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the empirical (68–95–99.7) rule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normal curve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X ~ N(μ, σ²)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μ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σ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μ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mean — the centre of the bell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σ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standard deviation — the width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Area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total area under the curve =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68–95–99.7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68%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within 1σ of 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95%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within 2σ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99.7%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within 3σ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Use the empirical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Heights are N(170, 8²) cm.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Between what heights do 95% of people lie?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95% lie within 2σ of the mean (σ = 8):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7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±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8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7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±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6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 between: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082796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5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4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cm and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8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6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cm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N(50,5²): 68% lie within what range?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Is the normal curve symmetric?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P(X &lt; μ) for a normal?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45 to 55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yes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3.  0.5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GDC probabilities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FINDING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&lt;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&lt;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b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P(X &lt; a)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NormCdf(−∞, a, μ, σ)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P(X &gt; a)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NormCdf(a, ∞, μ, σ)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Inverse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invNorm finds the value for a given probability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Sketch the bell and shade the region.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Symmetry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P(X &lt; μ) = 0.5.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σ vs σ²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enter σ, not σ², on the GDC.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 normal 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X ~ N(60, 5²). Using a GDC,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P(X &lt; 65).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65 is one σ above the mean (60 + 5).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NormCdf(−∞, 65, 60, 5):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1" y="3072384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&lt;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6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≈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8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408279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(≈ 0.5 + half of 68% = 0.84)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mass of apples is  N(120, 10²) grams.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P(X &lt; 130).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mass exceeded by 90% of apples.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NormCdf(−∞,130,120,10) ≈ 0.841  (M1)(A1)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invNorm(0.10, 120, 10) ≈ 107 g  (M1)(A1)(A1)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σ vs σ²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N(μ, σ²) lists the variance; enter σ on the GDC.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Sketch it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Always shade the region to avoid using the wrong tail.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Symmetry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P(X &lt; μ) = P(X &gt; μ) = 0.5.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invNorm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Use it when given a probability and asked for a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N(100,10²): 95% range?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P(X &lt; μ) =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N(20,2²): 68% range?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Does N list σ or σ²?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80 to 120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2.  0.5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18 to 22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σ² (variance)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μ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,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σ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6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8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9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9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9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7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/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Centre of a normal curve?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P(X &gt; μ)?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% within 2σ?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the mean μ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2.  0.5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3.  95%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Normal distribution.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33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End of Topic Test — Statistics &amp; Probability. Revise Lessons 25–32.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