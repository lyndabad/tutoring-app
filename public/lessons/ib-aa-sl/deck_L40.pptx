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Kinematics with Calculus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5.9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Differentiate  s = 5t².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is velocity, in words?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does acceleration measure?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10t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rate of change of displacement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rate of change of velocity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40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Relate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displacement, velocity and acceleration.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Differentiate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 to get v, and v to get a.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velocity and acceleration at a time t.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when an object is at rest (v = 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v = ds/dt and a = dv/dt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v(t) and a(t) by differentiating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evaluate v and a at a given 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when the object is momentarily at rest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chain of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DIFFERENTIATE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t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v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t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 → v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differentiate displacement to get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v → a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differentiate velocity to get acceleration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At rest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velocity v 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Differentiate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 → v → a (down)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Integrate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→ v → s (up, next unit)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v=0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momentarily at rest / turning.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Velocity &amp; acceleration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particle has displacement  s = t³ − 6t²  (metres).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v and 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v = ds/dt: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t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t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 = dv/dt: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08279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 = 4t². Find 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v = 6t − 2. Find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 = t³. Find v and 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v = 8t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a =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v = 3t², a = 6t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At rest &amp; evaluating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at rest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At rest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solve v(t) = 0 for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At a time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substitute t into v(t) or a(t)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metres (m)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v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 s⁻¹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 s⁻²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When is it at rest?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With  v = 3t² − 12t,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when the particle is at 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Set v = 0 and factor: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t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t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t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t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So t = 0 or t = 4 seconds.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particle moves with  s = 2t³ − 9t² + 12t  (metres, t ≥ 0).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v.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times when the particle is at rest.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v = 6t² − 18t + 12  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6t² − 18t + 12 = 0 → t² − 3t + 2 = 0  (M1) → (t−1)(t−2)=0  (A1) → t = 1, 2 s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Direction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 → v → a by differentiating; don't integrate by mistake.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At rest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'at rest' means v = 0, not a = 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Evaluate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Substitute t into the correct function (v or 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Units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m, m s⁻¹, m s⁻² respectively.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 = 3t². Find 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v = 4t − 8. When at rest?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 = t³ − 3t. Find 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v = 2t. Find 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v = 6t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t =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v = 3t² − 3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a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t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v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t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 = 5t². Find v.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v = 3t² − 3. When at rest?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a from v = 10t?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v = 10t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t = ±1 → t = 1 (t≥0)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a = 10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Kinematics with calculus.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Integration &amp; antiderivatives — reversing differentiation.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∫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sSup>
                        <m:e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x</m:t>
                          </m:r>
                        </m:e>
                        <m:sup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n</m:t>
                          </m:r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+</m:t>
                          </m:r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1</m:t>
                          </m:r>
                        </m:sup>
                      </m:sSup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</m:den>
                  </m:f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