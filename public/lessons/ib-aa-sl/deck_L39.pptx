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Optimisation Problems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Calculus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5.7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Differentiate  A = 20x − x².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Solve  20 − 2x = 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What does f′ = 0 find?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20 − 2x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x = 10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stationary (max/min) points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39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Form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an equation for the quantity to optimise.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Differentiate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and set the derivative to zero.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Solve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for the optimal value.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Confirm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it is a maximum or minimum.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write the quantity as a function of one variable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differentiate and set f′ = 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solve for the optimal 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confirm max/min and answer in context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The optimisation method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den>
                  </m:f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0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1.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write the quantity (area, volume, cost…) as a function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2.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reduce to ONE variable using any constraint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3.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differentiate, set = 0, solve, then check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REAL CONTEXTS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largest area for a fixed fence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cheapest box for a fixed volume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Always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answer the actual question.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Maximise an area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A rectangle's area is A = 20x − x².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the value of x that maximises 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Differentiate and set to zero: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1" y="2679192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1D1A33"/>
                </a:solidFill>
              </a:defRPr>
            </a:pPr>
            <a14:m>
              <m:oMathPara>
                <m:oMath>
                  <m:f>
                    <m:num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A</m:t>
                      </m:r>
                    </m:num>
                    <m:den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x</m:t>
                      </m:r>
                    </m:den>
                  </m:f>
                  <m:r>
                    <a:rPr sz="22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0</m:t>
                  </m:r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689604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Solve: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9" y="4082796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0</m:t>
                  </m:r>
                </m:oMath>
              </m:oMathPara>
            </a14:m>
          </a:p>
        </p:txBody>
      </p:sp>
      <p:sp>
        <p:nvSpPr>
          <p:cNvPr id="22" name="TextBox 21"/>
          <p:cNvSpPr txBox="1"/>
          <p:nvPr/>
        </p:nvSpPr>
        <p:spPr>
          <a:xfrm>
            <a:off x="4663440" y="500634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1D1A33"/>
                </a:solidFill>
                <a:latin typeface="Calibri"/>
              </a:rPr>
              <a:t>f″ = −2 &lt; 0 → confirms a maximum.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optimise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A = 12x − x². Find x for max 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Then find the maximum area.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C = x² − 10x + 30. Find x for min 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12−2x=0 → x=6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A=72−36=36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2x−10=0 → x=5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Confirming &amp; answering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CHECK THEN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'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'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&lt;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0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⇒</m:t>
                  </m:r>
                  <m:r>
                    <a:rPr sz="24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max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Confirm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use f″ (or a sign check) to prove max/min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Answer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give the quantity asked for, with units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COMMON SLIP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Stopping at x and forgetting the actual value.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Read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question: do they want x, or the area/volume?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Find the maximum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Using A = 20x − x² with x = 10,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the maximum area.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Substitute x = 10 into A: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1" y="2679192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1D1A33"/>
                      </a:solidFill>
                    </a:rPr>
                    <m:t xml:space="preserve">A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1</m:t>
                  </m:r>
                  <m:sSup>
                    <m:e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0</m:t>
                      </m:r>
                    </m:e>
                    <m:sup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sup>
                  </m:sSup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689604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Evaluate: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1" y="4082796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2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0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 farmer has 40 m of fence for three sides of a rectangle. The area is  A = x(40 − 2x).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Expand A.   [1]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Find x that maximises the area.   [3]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(c) Find the maximum area.   [2]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A = 40x − 2x²  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dA/dx = 40 − 4x = 0  (M1)(A1) → x = 10  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(c) A = 40(10) − 2(100) = 200 m²  (M1)(A1)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One variable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Use the constraint to remove the second variable.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Confirm max/min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Always justify with f″ or a sign test.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Answer in context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Give area/volume/cost, not just x.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Units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Include them in the final answer.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A = 16x − x². Max at x =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Max area in Q1?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C = x² − 6x + 11. Min at x =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Confirm a max: f″ should be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16−2x=0 → x=8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128 − 64 = 64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x = 3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negative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den>
                  </m:f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0</m:t>
                  </m:r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'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'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&lt;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⇒</m:t>
                  </m:r>
                  <m:r>
                    <a:rPr sz="22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max</m:t>
                  </m:r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A = 10x − x². Max at x = 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Then max A?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Confirm a min: f″ is?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x = 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2.  25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positive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Optimisation problems.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40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Kinematics with calculus — motion in a line.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1148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00A896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00A896"/>
                      </a:solidFill>
                    </a:rPr>
                    <m:t xml:space="preserve">v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s</m:t>
                      </m:r>
                    </m:num>
                    <m:den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t</m:t>
                      </m:r>
                    </m:den>
                  </m:f>
                  <m:r>
                    <a:rPr sz="2200">
                      <a:solidFill>
                        <a:srgbClr val="00A896"/>
                      </a:solidFill>
                    </a:rPr>
                    <m:t xml:space="preserve">,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a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v</m:t>
                      </m:r>
                    </m:num>
                    <m:den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t</m:t>
                      </m:r>
                    </m:den>
                  </m:f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