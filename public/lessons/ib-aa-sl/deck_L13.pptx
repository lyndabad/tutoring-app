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Transformations of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Functions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2.11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Sketch roughly y = x² . Where is its lowest point?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does adding 3 to a function do to its graph?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What does a minus sign in front, −f(x), do?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(0, 0)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shifts it UP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reflects it in the x-axis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13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vertical and horizontal translations.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stretches (vertical and horizontal).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reflections in the axes.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Describe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combined transformation precisely.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translate a graph with f(x)+k and f(x−h)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stretch a graph with a·f(x) and f(ax)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reflect a graph with −f(x) and f(−x)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describe transformations in the right order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Translations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(up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h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(right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h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Outside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f(x) + k moves the graph UP by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Inside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f(x − h) moves the graph RIGHT by h (note the sign!)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SIGN 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f(x−2)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moves RIGHT 2 (not left)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f(x+2)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moves LEFT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Inside = opposite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horizontal shifts feel 'backwards'.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Describe a translation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Describe how the graph of  y = f(x)  maps 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y = f(x − 3) + 2.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Inside (x − 3): horizontal shift RIGHT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Outside (+ 2): vertical shift UP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So: translate 3 right and 2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Tip: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E6A8A"/>
                </a:solidFill>
                <a:latin typeface="Calibri"/>
              </a:rPr>
              <a:t>Inside the bracket = horizontal (and opposite sign); outside = vertical.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transform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Describe  y = f(x) + 5.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Describe  y = f(x + 4).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Describe  y = −f(x).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up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left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reflection in the x-axis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Stretches &amp; reflections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(×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 vertical)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(×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 horizontal)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a·f(x)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vertical stretch, scale factor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f(ax)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horizontal stretch, scale factor 1/a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Minus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−f(x): reflect in x-axis;  f(−x): reflect in y-axis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Do stretches/reflections, then translations.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Check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point: see where (1, f(1)) lands.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Combined transformation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The graph of y = f(x) is transformed 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y = 2 f(x) − 1.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Describe the transformations.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2 f(x): vertical stretch, scale factor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− 1: translate DOWN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So: stretch ×2 vertically, then move down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graph of  y = f(x)  is transformed to  y = f(x + 2) − 3.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Describe fully the two transformations.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The point (1, 4) is on y = f(x). Find its image.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Translation 2 left  (A1); translation 3 down  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x: 1 → −1, y: 4 → 1  (M1) → (−1, 1)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Inside sign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f(x − 3) is RIGHT 3, not left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Stretch vs translate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a·f(x) stretches; f(x)+a shifts.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Horizontal scale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f(ax) stretches by 1/a, not 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Reflection axis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−f(x) reflects in x-axis; f(−x) in y-axis.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Describe  y = f(x) − 4.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Describe  y = 3 f(x).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Describe  y = f(2x).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Describe  y = f(−x).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down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vertical stretch ×3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horizontal stretch ×½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reflection in the y-axis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h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right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h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up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k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: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stretch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Describe  y = f(x) + 2.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Describe  y = f(x − 5).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Describe  y = −f(x).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up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right 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reflect in x-axis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Transformations of graphs.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Quadratic functions &amp; the discriminant — shapes, roots and the vertex.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b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c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